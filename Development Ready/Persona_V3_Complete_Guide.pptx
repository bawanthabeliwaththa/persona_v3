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800" b="1">
                <a:solidFill>
                  <a:srgbClr val="0A66C2"/>
                </a:solidFill>
              </a:defRPr>
            </a:pPr>
            <a:r>
              <a:t>PERSONA V3</a:t>
            </a:r>
          </a:p>
          <a:p>
            <a:pPr>
              <a:spcBef>
                <a:spcPts val="1400"/>
              </a:spcBef>
              <a:defRPr sz="2200" b="1">
                <a:solidFill>
                  <a:srgbClr val="F3F4F6"/>
                </a:solidFill>
              </a:defRPr>
            </a:pPr>
            <a:r>
              <a:t>Complete System Architecture, User Manual &amp; VPS Deployment Blueprint</a:t>
            </a:r>
          </a:p>
          <a:p>
            <a:pPr>
              <a:spcBef>
                <a:spcPts val="2000"/>
              </a:spcBef>
              <a:defRPr sz="1400">
                <a:solidFill>
                  <a:srgbClr val="60A5FA"/>
                </a:solidFill>
              </a:defRPr>
            </a:pPr>
            <a:r>
              <a:t>GitHub Repository: https://github.com/BawanthaBeliwaththa/Persona_V3</a:t>
            </a:r>
          </a:p>
          <a:p>
            <a:pPr>
              <a:spcBef>
                <a:spcPts val="1400"/>
              </a:spcBef>
              <a:defRPr sz="1300">
                <a:solidFill>
                  <a:srgbClr val="9CA3AF"/>
                </a:solidFill>
              </a:defRPr>
            </a:pPr>
            <a:r>
              <a:t>Includes step-by-step instructions for Local Setup, Portal Operations, Task Bucket Queue, GUI &amp; SSH VPS Deployment, and API Integration.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PERSONA V3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1. Persona V3 System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41D2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Flask &amp; Async Loop Core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Multi-threaded Flask backend coupled with a background asyncio event loop to handle Playwright Chromium operations without blocking HTTP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41D2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Playwright Chromium Engine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High-performance headless browser automation for scraping profile details, experience, skills, certifications, and recommendation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41D2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Task Bucket Queue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Automated rate-limited queue processing system. Prevents LinkedIn account blocks by applying configurable rest timers (default: 30s) between scrapes.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41D2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Real-Time SSE Event Stream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Server-Sent Events (SSE) push live terminal logs, worker rest countdowns, and queue status updates directly to admin and client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PERSONA V3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2. How to Install and Run Persona V3 Locally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Step 1: Clone Repository</a:t>
            </a:r>
          </a:p>
          <a:p>
            <a:pPr>
              <a:spcBef>
                <a:spcPts val="400"/>
              </a:spcBef>
              <a:defRPr sz="1100">
                <a:solidFill>
                  <a:srgbClr val="F3F4F6"/>
                </a:solidFill>
              </a:defRPr>
            </a:pPr>
            <a:r>
              <a:t>git clone https://github.com/BawanthaBeliwaththa/Persona_V3.git</a:t>
            </a:r>
            <a:br/>
            <a:r>
              <a:t>cd Persona_V3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Step 2: Create Virtual Environment</a:t>
            </a:r>
          </a:p>
          <a:p>
            <a:pPr>
              <a:spcBef>
                <a:spcPts val="400"/>
              </a:spcBef>
              <a:defRPr sz="1100">
                <a:solidFill>
                  <a:srgbClr val="F3F4F6"/>
                </a:solidFill>
              </a:defRPr>
            </a:pPr>
            <a:r>
              <a:t>python -m venv venv</a:t>
            </a:r>
            <a:br/>
            <a:r>
              <a:t>venv\Scripts\activate  (or source venv/bin/activate on Linux)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Step 3: Install Dependencies</a:t>
            </a:r>
          </a:p>
          <a:p>
            <a:pPr>
              <a:spcBef>
                <a:spcPts val="400"/>
              </a:spcBef>
              <a:defRPr sz="1100">
                <a:solidFill>
                  <a:srgbClr val="F3F4F6"/>
                </a:solidFill>
              </a:defRPr>
            </a:pPr>
            <a:r>
              <a:t>pip install --upgrade pip</a:t>
            </a:r>
            <a:br/>
            <a:r>
              <a:t>pip install -r req.txt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Step 4: Install Chromium Browser</a:t>
            </a:r>
          </a:p>
          <a:p>
            <a:pPr>
              <a:spcBef>
                <a:spcPts val="400"/>
              </a:spcBef>
              <a:defRPr sz="1100">
                <a:solidFill>
                  <a:srgbClr val="F3F4F6"/>
                </a:solidFill>
              </a:defRPr>
            </a:pPr>
            <a:r>
              <a:t>playwright install chromium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Step 5: Run Application</a:t>
            </a:r>
          </a:p>
          <a:p>
            <a:pPr>
              <a:spcBef>
                <a:spcPts val="400"/>
              </a:spcBef>
              <a:defRPr sz="1100">
                <a:solidFill>
                  <a:srgbClr val="F3F4F6"/>
                </a:solidFill>
              </a:defRPr>
            </a:pPr>
            <a:r>
              <a:t>python app.py  --&gt; Access at http://localhost:5000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PERSONA V3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3. Operational Guide: Admin &amp; Client Portals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1D2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3F4F6"/>
                </a:solidFill>
              </a:defRPr>
            </a:pPr>
            <a:r>
              <a:t>ADMIN PORTAL (/admin)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Initialize Scraper: Select Headless (On/Off) &amp; browser type.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LinkedIn Login: Authenticate active session credentials.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Task Bucket Control: Pause/Resume worker, set rest timer (sec).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Master Database: Export all non-volatile profile records in JSON &amp; CSV formats.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Force Kill Browser: Emergency process termination button.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3F4F6"/>
                </a:solidFill>
              </a:defRPr>
            </a:pPr>
            <a:r>
              <a:t>CLIENT PORTAL (/)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Direct Profile Extraction: Enter username or full LinkedIn URL.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Reference Number Tracking: Unique REF-XXXXXX code generated per search for easy reload.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Bulk CSV / JSON Tasks: Upload multiple search queries or URLs.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PDF Report Export: Print &amp; export candidate profile reports.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Contact Search: Search by email/phone for premium lookups.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PERSONA V3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4. Task Bucket Queue System &amp; Anti-Ban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41D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Sequential Queue Execution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All bulk searches and direct URL tasks are added to the Task Bucket. The worker executes tasks one-by-one to avoid rate-limiting.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41D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Configurable Rest Period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After completing each profile extraction, the worker pauses for a customizable rest period (default: 30 seconds) to mimic human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41D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Worker Controls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Admins can Pause, Resume, or Clear completed/failed tasks at any time from the Task Bucket control 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41D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Bulk Task Import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Upload CSV or JSON files containing hundreds of usernames or URLs into the bucket in a single click.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PERSONA V3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5. VPS Deployment: GUI &amp; PaaS Method (No Terminal)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141D2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1. Create VPS Instance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</a:defRPr>
            </a:pPr>
            <a:r>
              <a:t>Launch an Ubuntu VPS on DigitalOcean, Hetzner, or Vultr using the 1-Click Coolify App option.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141D2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2. Open Web Dashboard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</a:defRPr>
            </a:pPr>
            <a:r>
              <a:t>Access https://YOUR_VPS_IP:8000 in your browser and register your admin account.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141D2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3. Connect GitHub Repo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</a:defRPr>
            </a:pPr>
            <a:r>
              <a:t>Go to Sources -&gt; GitHub App, authorize Coolify, and select repository BawanthaBeliwaththa/Persona_V3.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141D2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4. Auto Container Build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</a:defRPr>
            </a:pPr>
            <a:r>
              <a:t>Coolify detects the repository Dockerfile, runs 'playwright install chromium', provisions HTTPS SSL, and deploys automatic updates on git push.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PERSONA V3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6. VPS Deployment: Terminal Method (SSH / Nginx)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Step 1: Install System Packages</a:t>
            </a:r>
          </a:p>
          <a:p>
            <a:pPr>
              <a:spcBef>
                <a:spcPts val="400"/>
              </a:spcBef>
              <a:defRPr sz="1100">
                <a:solidFill>
                  <a:srgbClr val="F3F4F6"/>
                </a:solidFill>
              </a:defRPr>
            </a:pPr>
            <a:r>
              <a:t>ssh root@YOUR_VPS_IP</a:t>
            </a:r>
            <a:br/>
            <a:r>
              <a:t>sudo apt update &amp;&amp; sudo apt install -y python3 python3-pip python3-venv git nginx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Step 2: Clone Repo &amp; Setup Venv</a:t>
            </a:r>
          </a:p>
          <a:p>
            <a:pPr>
              <a:spcBef>
                <a:spcPts val="400"/>
              </a:spcBef>
              <a:defRPr sz="1100">
                <a:solidFill>
                  <a:srgbClr val="F3F4F6"/>
                </a:solidFill>
              </a:defRPr>
            </a:pPr>
            <a:r>
              <a:t>cd /var/www &amp;&amp; git clone https://github.com/BawanthaBeliwaththa/Persona_V3.git</a:t>
            </a:r>
            <a:br/>
            <a:r>
              <a:t>cd Persona_V3 &amp;&amp; python3 -m venv venv &amp;&amp; source venv/bin/activate &amp;&amp; pip install -r req.txt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Step 3: Install Playwright OS Libs</a:t>
            </a:r>
          </a:p>
          <a:p>
            <a:pPr>
              <a:spcBef>
                <a:spcPts val="400"/>
              </a:spcBef>
              <a:defRPr sz="1100">
                <a:solidFill>
                  <a:srgbClr val="F3F4F6"/>
                </a:solidFill>
              </a:defRPr>
            </a:pPr>
            <a:r>
              <a:t>playwright install --with-deps chromium  (Installs X11 &amp; font libraries for headless execution)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Step 4: Configure Systemd &amp; Nginx</a:t>
            </a:r>
          </a:p>
          <a:p>
            <a:pPr>
              <a:spcBef>
                <a:spcPts val="400"/>
              </a:spcBef>
              <a:defRPr sz="1100">
                <a:solidFill>
                  <a:srgbClr val="F3F4F6"/>
                </a:solidFill>
              </a:defRPr>
            </a:pPr>
            <a:r>
              <a:t>Create /etc/systemd/system/personav3.service &amp; Nginx site config with SSE buffering disabled.</a:t>
            </a:r>
            <a:br/>
            <a:r>
              <a:t>sudo systemctl start personav3 &amp;&amp; sudo certbot --nginx -d api.yourdomain.com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PERSONA V3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7. Frontend Team API Integration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CORS &amp; SECURITY CONFIGURATION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• flask_cors initialized in app.py for cross-origin AJAX requests.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• Restrict allowed origins in production: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• CORS(app, resources={r'/api/*': {'origins': ['https://frontend-app.com']}})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• API Authorization Header Middleware: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• Authorization: Bearer YOUR_API_SECRET_TOKEN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41D2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CORE API ENDPOINTS</a:t>
            </a:r>
          </a:p>
          <a:p>
            <a:pPr>
              <a:spcBef>
                <a:spcPts val="800"/>
              </a:spcBef>
              <a:defRPr sz="1300" b="1">
                <a:solidFill>
                  <a:srgbClr val="60A5FA"/>
                </a:solidFill>
              </a:defRPr>
            </a:pPr>
            <a:r>
              <a:t>• POST /api/scraper/init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Initializes Playwright Chromium session.</a:t>
            </a:r>
          </a:p>
          <a:p>
            <a:pPr>
              <a:spcBef>
                <a:spcPts val="800"/>
              </a:spcBef>
              <a:defRPr sz="1300" b="1">
                <a:solidFill>
                  <a:srgbClr val="60A5FA"/>
                </a:solidFill>
              </a:defRPr>
            </a:pPr>
            <a:r>
              <a:t>• POST /api/client/scrape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Extracts LinkedIn profile details by name/URL.</a:t>
            </a:r>
          </a:p>
          <a:p>
            <a:pPr>
              <a:spcBef>
                <a:spcPts val="800"/>
              </a:spcBef>
              <a:defRPr sz="1300" b="1">
                <a:solidFill>
                  <a:srgbClr val="60A5FA"/>
                </a:solidFill>
              </a:defRPr>
            </a:pPr>
            <a:r>
              <a:t>• POST /api/scraper/kill-browser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Force-kills stuck browser processes.</a:t>
            </a:r>
          </a:p>
          <a:p>
            <a:pPr>
              <a:spcBef>
                <a:spcPts val="800"/>
              </a:spcBef>
              <a:defRPr sz="1300" b="1">
                <a:solidFill>
                  <a:srgbClr val="60A5FA"/>
                </a:solidFill>
              </a:defRPr>
            </a:pPr>
            <a:r>
              <a:t>• GET /api/events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Server-Sent Events (SSE) live progress stream.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PERSONA V3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8. Frontend Integration Code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1D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1. FETCH PROFILE EXTRACTION (JS)</a:t>
            </a:r>
          </a:p>
          <a:p>
            <a:pPr>
              <a:spcBef>
                <a:spcPts val="1000"/>
              </a:spcBef>
              <a:defRPr sz="1100">
                <a:solidFill>
                  <a:srgbClr val="60A5FA"/>
                </a:solidFill>
              </a:defRPr>
            </a:pPr>
            <a:r>
              <a:t>const API_BASE = "https://api.yourdomain.com";</a:t>
            </a:r>
            <a:br/>
            <a:br/>
            <a:r>
              <a:t>async function scrapeProfile(urlOrName) {</a:t>
            </a:r>
            <a:br/>
            <a:r>
              <a:t>  const res = await fetch(`${API_BASE}/api/client/scrape`, {</a:t>
            </a:r>
            <a:br/>
            <a:r>
              <a:t>    method: 'POST',</a:t>
            </a:r>
            <a:br/>
            <a:r>
              <a:t>    headers: {</a:t>
            </a:r>
            <a:br/>
            <a:r>
              <a:t>      'Content-Type': 'application/json',</a:t>
            </a:r>
            <a:br/>
            <a:r>
              <a:t>      'Authorization': 'Bearer TOKEN'</a:t>
            </a:r>
            <a:br/>
            <a:r>
              <a:t>    },</a:t>
            </a:r>
            <a:br/>
            <a:r>
              <a:t>    body: JSON.stringify({ name: urlOrName })</a:t>
            </a:r>
            <a:br/>
            <a:r>
              <a:t>  });</a:t>
            </a:r>
            <a:br/>
            <a:r>
              <a:t>  return await res.json();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41D2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2. SSE REAL-TIME PROGRESS LISTENER</a:t>
            </a:r>
          </a:p>
          <a:p>
            <a:pPr>
              <a:spcBef>
                <a:spcPts val="1000"/>
              </a:spcBef>
              <a:defRPr sz="1100">
                <a:solidFill>
                  <a:srgbClr val="60A5FA"/>
                </a:solidFill>
              </a:defRPr>
            </a:pPr>
            <a:r>
              <a:t>function listenToProgress(onUpdate) {</a:t>
            </a:r>
            <a:br/>
            <a:r>
              <a:t>  const es = new EventSource(</a:t>
            </a:r>
            <a:br/>
            <a:r>
              <a:t>    `${API_BASE}/api/events`</a:t>
            </a:r>
            <a:br/>
            <a:r>
              <a:t>  );</a:t>
            </a:r>
            <a:br/>
            <a:br/>
            <a:r>
              <a:t>  es.onmessage = (event) =&gt; {</a:t>
            </a:r>
            <a:br/>
            <a:r>
              <a:t>    const payload = JSON.parse(event.data);</a:t>
            </a:r>
            <a:br/>
            <a:r>
              <a:t>    console.log("Live update:", payload);</a:t>
            </a:r>
            <a:br/>
            <a:r>
              <a:t>    onUpdate(payload);</a:t>
            </a:r>
            <a:br/>
            <a:r>
              <a:t>  };</a:t>
            </a:r>
            <a:br/>
            <a:br/>
            <a:r>
              <a:t>  return es;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PERSONA V3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9. Critical VPS Operational Rules &amp;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Mandatory Headless Mode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Linux VPS servers run without an X11 graphical display window. Always enforce headless=True when launching LinkedInScraper on VPS.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Linux Process Cleanup Fix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In app.py, _kill_playwright_chromium() uses Windows 'wmic' and 'taskkill'. On Linux VPS, use cross-platform psutil or 'pkill -f chromium'.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Server Hardware Recommendation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Minimum 2GB RAM + 2GB Swap space required on VPS to support headless Chromium memory allocation smoothly.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41D2F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Official Repository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All code, documentation, Dockerfile, and updates are maintained at https://github.com/BawanthaBeliwaththa/Persona_V3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