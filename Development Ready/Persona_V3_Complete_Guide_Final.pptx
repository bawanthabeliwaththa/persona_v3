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806440"/>
            <a:ext cx="13990320" cy="18288"/>
          </a:xfrm>
          <a:prstGeom prst="rect">
            <a:avLst/>
          </a:prstGeom>
          <a:solidFill>
            <a:srgbClr val="2A326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58368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C45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827532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6583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D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SYSTEM GUIDE &amp; ARCHITECTURE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566928" y="37947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Architecture, User Manual &amp; VPS Deployment Guide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45262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0" descr="/home/claude/persona_deck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9943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24128" y="4526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github.com/BawanthaBeliwaththa/Persona_V3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5257800"/>
            <a:ext cx="1737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C8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6928" y="57424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G.L.B.M. Beliwaththa  •  Yuvindu Lakshin  •  Hansika Kavindi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Navod Ranasingha  •  Yadavi Shreedhar  •  Lingaraj Uthyakumar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 Behind Persona V3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contributors designed, built, and documented the Persona V3 extraction and ranking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066544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/home/claude/persona_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0370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816352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G.L.B.M. Beliwaththa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86384" y="3310128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LEADER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5424" y="20665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ersona_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20370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5424" y="2816352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Yuvindu Lakshin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35424" y="3310128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46720" y="182880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84464" y="20665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ersona_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20370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4464" y="2816352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Hansika Kavindi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84464" y="3310128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050792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6384" y="42885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ersona_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42569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5038344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Navod Ranasingha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86384" y="5532120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97680" y="4050792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35424" y="42885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persona_deck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42569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35424" y="5038344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Yadavi Shreedhar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535424" y="5532120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46720" y="4050792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84464" y="42885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persona_deck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42569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84464" y="5038344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Lingaraj Uthyakumar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284464" y="5532120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Contents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operating and deployment manual for Persona V3 — from local setup to production API integration.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2082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508760" y="21762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persona_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31343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20574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194560" y="240487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core, async loop, task queue, SSE stream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035040" y="187452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02082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995160" y="21762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persona_deck/icons/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13432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0" y="20574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Setup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680960" y="240487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to install and run the app locally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48640" y="324612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" y="339242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1508760" y="35478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persona_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685032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94560" y="34290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Client Portals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2194560" y="377647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both user-facing dashboards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6035040" y="324612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339242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6995160" y="35478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/home/claude/persona_deck/icons/que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685032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80960" y="34290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Bucket &amp; Anti-Ban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680960" y="377647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queue processing engine</a:t>
            </a:r>
            <a:endParaRPr lang="en-US" sz="1080" dirty="0"/>
          </a:p>
        </p:txBody>
      </p:sp>
      <p:sp>
        <p:nvSpPr>
          <p:cNvPr id="29" name="Shape 23"/>
          <p:cNvSpPr/>
          <p:nvPr/>
        </p:nvSpPr>
        <p:spPr>
          <a:xfrm>
            <a:off x="548640" y="461772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1520" y="476402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Shape 25"/>
          <p:cNvSpPr/>
          <p:nvPr/>
        </p:nvSpPr>
        <p:spPr>
          <a:xfrm>
            <a:off x="1508760" y="49194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/home/claude/persona_deck/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5056632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194560" y="48006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VPS Deployment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2194560" y="514807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(Coolify) and terminal (SSH) methods</a:t>
            </a:r>
            <a:endParaRPr lang="en-US" sz="1080" dirty="0"/>
          </a:p>
        </p:txBody>
      </p:sp>
      <p:sp>
        <p:nvSpPr>
          <p:cNvPr id="35" name="Shape 28"/>
          <p:cNvSpPr/>
          <p:nvPr/>
        </p:nvSpPr>
        <p:spPr>
          <a:xfrm>
            <a:off x="6035040" y="461772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217920" y="476402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7" name="Shape 30"/>
          <p:cNvSpPr/>
          <p:nvPr/>
        </p:nvSpPr>
        <p:spPr>
          <a:xfrm>
            <a:off x="6995160" y="49194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5" descr="/home/claude/persona_deck/icons/plu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5056632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680960" y="48006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7680960" y="514807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and code for frontend teams</a:t>
            </a:r>
            <a:endParaRPr lang="en-US" sz="1080" dirty="0"/>
          </a:p>
        </p:txBody>
      </p:sp>
      <p:sp>
        <p:nvSpPr>
          <p:cNvPr id="41" name="Text 33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CONTENTS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V3 Architecture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enterprise-grade LinkedIn profile extraction, search, and candidate ranking system built with Flask, Playwright (Chromium), Pydantic, and Server-Sent Events (SSE).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3529584" cy="397764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ersona_deck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27832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&amp; Async Loop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29809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Flask backend coupled with a background asyncio event loop to run Playwright browser operations smoothly without blocking HTTP endpoints.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084832"/>
            <a:ext cx="3529584" cy="397764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3774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ersona_deck/icons/que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146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227832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Bucket Queue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572000" y="3867912"/>
            <a:ext cx="29809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rate-limited queue manager. Tasks are processed sequentially with customizable rest periods (default 30s) to prevent LinkedIn account rate limits.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084832"/>
            <a:ext cx="3529584" cy="397764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3774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ersona_deck/icons/broadc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227832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SSE Stream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321040" y="3867912"/>
            <a:ext cx="29809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stream live log events, queue statuses, and worker rest timers directly to admin and client dashboards — no polling required.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LOCAL 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and Run Persona V3 Locally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five steps to set up and run Persona V3 on your development computer.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66544" cy="27889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066544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933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22677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/home/claude/persona_deck/icons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0487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2834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Repository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" y="3364992"/>
            <a:ext cx="1810512" cy="1106424"/>
          </a:xfrm>
          <a:prstGeom prst="roundRect">
            <a:avLst>
              <a:gd name="adj" fmla="val 4959"/>
            </a:avLst>
          </a:prstGeom>
          <a:solidFill>
            <a:srgbClr val="10143A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3419856"/>
            <a:ext cx="1627632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.../Persona_V3.git</a:t>
            </a:r>
            <a:endParaRPr lang="en-US" sz="8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Persona_V3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2788920" y="1828800"/>
            <a:ext cx="2066544" cy="27889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1828800"/>
            <a:ext cx="2066544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2953512" y="19933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953512" y="22677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/home/claude/persona_deck/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404872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53512" y="2834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Virtual Env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916936" y="3364992"/>
            <a:ext cx="1810512" cy="1106424"/>
          </a:xfrm>
          <a:prstGeom prst="roundRect">
            <a:avLst>
              <a:gd name="adj" fmla="val 4959"/>
            </a:avLst>
          </a:prstGeom>
          <a:solidFill>
            <a:srgbClr val="10143A"/>
          </a:solidFill>
          <a:ln/>
        </p:spPr>
      </p:sp>
      <p:sp>
        <p:nvSpPr>
          <p:cNvPr id="20" name="Text 16"/>
          <p:cNvSpPr/>
          <p:nvPr/>
        </p:nvSpPr>
        <p:spPr>
          <a:xfrm>
            <a:off x="3008376" y="3419856"/>
            <a:ext cx="1627632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8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860" dirty="0"/>
          </a:p>
        </p:txBody>
      </p:sp>
      <p:sp>
        <p:nvSpPr>
          <p:cNvPr id="21" name="Shape 17"/>
          <p:cNvSpPr/>
          <p:nvPr/>
        </p:nvSpPr>
        <p:spPr>
          <a:xfrm>
            <a:off x="5029200" y="1828800"/>
            <a:ext cx="2066544" cy="27889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0" y="1828800"/>
            <a:ext cx="2066544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3" name="Text 19"/>
          <p:cNvSpPr/>
          <p:nvPr/>
        </p:nvSpPr>
        <p:spPr>
          <a:xfrm>
            <a:off x="5193792" y="19933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193792" y="22677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2" descr="/home/claude/persona_deck/icons/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404872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93792" y="2834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Dependencies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157216" y="3364992"/>
            <a:ext cx="1810512" cy="1106424"/>
          </a:xfrm>
          <a:prstGeom prst="roundRect">
            <a:avLst>
              <a:gd name="adj" fmla="val 4959"/>
            </a:avLst>
          </a:prstGeom>
          <a:solidFill>
            <a:srgbClr val="10143A"/>
          </a:solidFill>
          <a:ln/>
        </p:spPr>
      </p:sp>
      <p:sp>
        <p:nvSpPr>
          <p:cNvPr id="28" name="Text 23"/>
          <p:cNvSpPr/>
          <p:nvPr/>
        </p:nvSpPr>
        <p:spPr>
          <a:xfrm>
            <a:off x="5248656" y="3419856"/>
            <a:ext cx="1627632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--upgrade pip</a:t>
            </a:r>
            <a:endParaRPr lang="en-US" sz="8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req.txt</a:t>
            </a:r>
            <a:endParaRPr lang="en-US" sz="860" dirty="0"/>
          </a:p>
        </p:txBody>
      </p:sp>
      <p:sp>
        <p:nvSpPr>
          <p:cNvPr id="29" name="Shape 24"/>
          <p:cNvSpPr/>
          <p:nvPr/>
        </p:nvSpPr>
        <p:spPr>
          <a:xfrm>
            <a:off x="7269480" y="1828800"/>
            <a:ext cx="2066544" cy="27889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69480" y="1828800"/>
            <a:ext cx="2066544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31" name="Text 26"/>
          <p:cNvSpPr/>
          <p:nvPr/>
        </p:nvSpPr>
        <p:spPr>
          <a:xfrm>
            <a:off x="7434072" y="19933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434072" y="22677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3" descr="/home/claude/persona_deck/icons/chromiu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2404872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34072" y="2834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Chromium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7397496" y="3364992"/>
            <a:ext cx="1810512" cy="1106424"/>
          </a:xfrm>
          <a:prstGeom prst="roundRect">
            <a:avLst>
              <a:gd name="adj" fmla="val 4959"/>
            </a:avLst>
          </a:prstGeom>
          <a:solidFill>
            <a:srgbClr val="10143A"/>
          </a:solidFill>
          <a:ln/>
        </p:spPr>
      </p:sp>
      <p:sp>
        <p:nvSpPr>
          <p:cNvPr id="36" name="Text 30"/>
          <p:cNvSpPr/>
          <p:nvPr/>
        </p:nvSpPr>
        <p:spPr>
          <a:xfrm>
            <a:off x="7488936" y="3419856"/>
            <a:ext cx="1627632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install chromium</a:t>
            </a:r>
            <a:endParaRPr lang="en-US" sz="860" dirty="0"/>
          </a:p>
        </p:txBody>
      </p:sp>
      <p:sp>
        <p:nvSpPr>
          <p:cNvPr id="37" name="Shape 31"/>
          <p:cNvSpPr/>
          <p:nvPr/>
        </p:nvSpPr>
        <p:spPr>
          <a:xfrm>
            <a:off x="9509760" y="1828800"/>
            <a:ext cx="2066544" cy="278892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509760" y="1828800"/>
            <a:ext cx="2066544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39" name="Text 33"/>
          <p:cNvSpPr/>
          <p:nvPr/>
        </p:nvSpPr>
        <p:spPr>
          <a:xfrm>
            <a:off x="9674352" y="19933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674352" y="22677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4" descr="/home/claude/persona_deck/icons/p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2404872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674352" y="2834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Application</a:t>
            </a:r>
            <a:endParaRPr lang="en-US" sz="1250" dirty="0"/>
          </a:p>
        </p:txBody>
      </p:sp>
      <p:sp>
        <p:nvSpPr>
          <p:cNvPr id="43" name="Shape 36"/>
          <p:cNvSpPr/>
          <p:nvPr/>
        </p:nvSpPr>
        <p:spPr>
          <a:xfrm>
            <a:off x="9637776" y="3364992"/>
            <a:ext cx="1810512" cy="1106424"/>
          </a:xfrm>
          <a:prstGeom prst="roundRect">
            <a:avLst>
              <a:gd name="adj" fmla="val 4959"/>
            </a:avLst>
          </a:prstGeom>
          <a:solidFill>
            <a:srgbClr val="10143A"/>
          </a:solidFill>
          <a:ln/>
        </p:spPr>
      </p:sp>
      <p:sp>
        <p:nvSpPr>
          <p:cNvPr id="44" name="Text 37"/>
          <p:cNvSpPr/>
          <p:nvPr/>
        </p:nvSpPr>
        <p:spPr>
          <a:xfrm>
            <a:off x="9729216" y="3419856"/>
            <a:ext cx="1627632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860" dirty="0"/>
          </a:p>
        </p:txBody>
      </p:sp>
      <p:sp>
        <p:nvSpPr>
          <p:cNvPr id="45" name="Shape 38"/>
          <p:cNvSpPr/>
          <p:nvPr/>
        </p:nvSpPr>
        <p:spPr>
          <a:xfrm>
            <a:off x="548640" y="481888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 w="12700">
            <a:solidFill>
              <a:srgbClr val="C7D6F5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777240" y="481888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Portal: 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http://localhost:5000/        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Portal: 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http://localhost:5000/admin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USER GUIDE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the Admin &amp; Client Portals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58384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ersona_deck/icons/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45920"/>
            <a:ext cx="4169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Portal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1993392"/>
            <a:ext cx="4169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4871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87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98448" y="2441448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 Scraper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98448" y="272491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session name, choose Headless mode, click Initialize Browser.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822960" y="34198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98448" y="3374136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298448" y="365760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LinkedIn credentials and click Login (or verify manually if prompted).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822960" y="435254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352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98448" y="4306824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Bucket Management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298448" y="4590288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keyword searches or URLs, set the rest timer, click Resume.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22960" y="528523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5285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98448" y="5239512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Master Data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298448" y="552297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complete scraped profiles in JSON or CSV format.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6281928" y="1371600"/>
            <a:ext cx="5358384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8AA0C8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56248" y="1645920"/>
            <a:ext cx="566928" cy="566928"/>
          </a:xfrm>
          <a:prstGeom prst="ellipse">
            <a:avLst/>
          </a:prstGeom>
          <a:solidFill>
            <a:srgbClr val="0088A8"/>
          </a:solidFill>
          <a:ln/>
        </p:spPr>
      </p:sp>
      <p:pic>
        <p:nvPicPr>
          <p:cNvPr id="27" name="Image 1" descr="/home/claude/persona_deck/icons/cl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783080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42048" y="1645920"/>
            <a:ext cx="4169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Portal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7242048" y="1993392"/>
            <a:ext cx="4169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556248" y="2487168"/>
            <a:ext cx="310896" cy="310896"/>
          </a:xfrm>
          <a:prstGeom prst="ellipse">
            <a:avLst/>
          </a:prstGeom>
          <a:solidFill>
            <a:srgbClr val="0088A8"/>
          </a:solidFill>
          <a:ln/>
        </p:spPr>
      </p:sp>
      <p:sp>
        <p:nvSpPr>
          <p:cNvPr id="31" name="Text 27"/>
          <p:cNvSpPr/>
          <p:nvPr/>
        </p:nvSpPr>
        <p:spPr>
          <a:xfrm>
            <a:off x="6556248" y="2487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031736" y="2441448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Search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7031736" y="272491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LinkedIn username or full profile URL, click Search &amp; Extract All.</a:t>
            </a:r>
            <a:endParaRPr lang="en-US" sz="1060" dirty="0"/>
          </a:p>
        </p:txBody>
      </p:sp>
      <p:sp>
        <p:nvSpPr>
          <p:cNvPr id="34" name="Shape 30"/>
          <p:cNvSpPr/>
          <p:nvPr/>
        </p:nvSpPr>
        <p:spPr>
          <a:xfrm>
            <a:off x="6556248" y="3419856"/>
            <a:ext cx="310896" cy="310896"/>
          </a:xfrm>
          <a:prstGeom prst="ellipse">
            <a:avLst/>
          </a:prstGeom>
          <a:solidFill>
            <a:srgbClr val="0088A8"/>
          </a:solidFill>
          <a:ln/>
        </p:spPr>
      </p:sp>
      <p:sp>
        <p:nvSpPr>
          <p:cNvPr id="35" name="Text 31"/>
          <p:cNvSpPr/>
          <p:nvPr/>
        </p:nvSpPr>
        <p:spPr>
          <a:xfrm>
            <a:off x="6556248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031736" y="3374136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Tracking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7031736" y="365760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search generates a unique code (e.g. REF-8F42A1) to reload results.</a:t>
            </a:r>
            <a:endParaRPr lang="en-US" sz="1060" dirty="0"/>
          </a:p>
        </p:txBody>
      </p:sp>
      <p:sp>
        <p:nvSpPr>
          <p:cNvPr id="38" name="Shape 34"/>
          <p:cNvSpPr/>
          <p:nvPr/>
        </p:nvSpPr>
        <p:spPr>
          <a:xfrm>
            <a:off x="6556248" y="4352544"/>
            <a:ext cx="310896" cy="310896"/>
          </a:xfrm>
          <a:prstGeom prst="ellipse">
            <a:avLst/>
          </a:prstGeom>
          <a:solidFill>
            <a:srgbClr val="0088A8"/>
          </a:solidFill>
          <a:ln/>
        </p:spPr>
      </p:sp>
      <p:sp>
        <p:nvSpPr>
          <p:cNvPr id="39" name="Text 35"/>
          <p:cNvSpPr/>
          <p:nvPr/>
        </p:nvSpPr>
        <p:spPr>
          <a:xfrm>
            <a:off x="6556248" y="4352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7031736" y="4306824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CSV / JSON Import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7031736" y="4590288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list of queries or URLs to queue multiple extractions.</a:t>
            </a:r>
            <a:endParaRPr lang="en-US" sz="1060" dirty="0"/>
          </a:p>
        </p:txBody>
      </p:sp>
      <p:sp>
        <p:nvSpPr>
          <p:cNvPr id="42" name="Shape 38"/>
          <p:cNvSpPr/>
          <p:nvPr/>
        </p:nvSpPr>
        <p:spPr>
          <a:xfrm>
            <a:off x="6556248" y="5285232"/>
            <a:ext cx="310896" cy="310896"/>
          </a:xfrm>
          <a:prstGeom prst="ellipse">
            <a:avLst/>
          </a:prstGeom>
          <a:solidFill>
            <a:srgbClr val="0088A8"/>
          </a:solidFill>
          <a:ln/>
        </p:spPr>
      </p:sp>
      <p:sp>
        <p:nvSpPr>
          <p:cNvPr id="43" name="Text 39"/>
          <p:cNvSpPr/>
          <p:nvPr/>
        </p:nvSpPr>
        <p:spPr>
          <a:xfrm>
            <a:off x="6556248" y="5285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7031736" y="5239512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Report Export</a:t>
            </a:r>
            <a:endParaRPr lang="en-US" sz="1250" dirty="0"/>
          </a:p>
        </p:txBody>
      </p:sp>
      <p:sp>
        <p:nvSpPr>
          <p:cNvPr id="45" name="Text 41"/>
          <p:cNvSpPr/>
          <p:nvPr/>
        </p:nvSpPr>
        <p:spPr>
          <a:xfrm>
            <a:off x="7031736" y="552297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Export Full Text as PDF to print candidate profile reports.</a:t>
            </a:r>
            <a:endParaRPr lang="en-US" sz="1060" dirty="0"/>
          </a:p>
        </p:txBody>
      </p:sp>
      <p:sp>
        <p:nvSpPr>
          <p:cNvPr id="46" name="Text 42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QUEUE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Bucket Queue &amp; Anti-Ban Protection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rate-limited execution engine that keeps bulk scraping activity safe and predictable.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8AA0C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305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ersona_deck/icons/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11226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Queue Execution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83464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bulk searches and direct URL tasks are added to the Task Bucket. The worker executes tasks one-by-one to avoid rate-limiting.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8AA0C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1305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ersona_deck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677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9752" y="211226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Rest Period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28232" y="283464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profile extraction, the worker pauses for a customizable rest period (default 30 seconds) to mimic human behavior.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8AA0C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3708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ersona_deck/icons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50799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435254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Controls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04672" y="507492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Pause, Resume, or Clear completed and failed tasks at any time from the Task Bucket control bar.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7220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8AA0C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8232" y="43708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ersona_deck/icon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5079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59752" y="435254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Task Import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28232" y="507492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or JSON files containing hundreds of usernames or URLs into the bucket in a single click.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ENGINE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VPS Deployment — GUI / Coolify (No Terminal)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Persona V3 using a browser UI without typing terminal SSH commands.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8013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VPS with Coolify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Ubuntu VPS on DigitalOcean or Hetzner using the 1-Click Coolify marketplace image.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GitHub Repository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VPS panel, go to Sources → GitHub, and select the Persona_V3 repository.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86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9593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&amp; Deploy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42793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environment variables (PYTHONUNBUFFERED=1) and click Deploy. Coolify builds the container automatically.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0143A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85623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8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— Included in Repository Root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27648" y="2148840"/>
            <a:ext cx="4901184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mcr.microsoft.com/playwright/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python:v1.45.0-noble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req.txt 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\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-r req.txt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playwright install chromium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["gunicorn", "--workers=2",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"--threads=4",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"--bind=0.0.0.0:5000", "app:app"]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GUI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VPS Deployment — Terminal / SSH Method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commands for Ubuntu 22.04 / 24.04 LTS to set up Persona V3 manually.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0143A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56232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8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SSH &amp; System Setup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4946904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root@YOUR_VPS_IP</a:t>
            </a:r>
            <a:endParaRPr lang="en-US" sz="10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upgrade -y</a:t>
            </a:r>
            <a:endParaRPr lang="en-US" sz="10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python3 python3-pip \</a:t>
            </a:r>
            <a:endParaRPr lang="en-US" sz="10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python3-venv git curl nginx</a:t>
            </a:r>
            <a:endParaRPr lang="en-US" sz="1030" dirty="0"/>
          </a:p>
          <a:p>
            <a:pPr indent="0" marL="0">
              <a:lnSpc>
                <a:spcPct val="122000"/>
              </a:lnSpc>
              <a:buNone/>
            </a:pPr>
            <a:endParaRPr lang="en-US" sz="10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.../Persona_V3.git</a:t>
            </a:r>
            <a:endParaRPr lang="en-US" sz="10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Persona_V3 &amp;&amp; python3 -m venv venv</a:t>
            </a:r>
            <a:endParaRPr lang="en-US" sz="10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10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req.txt</a:t>
            </a:r>
            <a:endParaRPr lang="en-US" sz="10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install --with-deps chromium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0143A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325112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8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Start the Background Service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4617720"/>
            <a:ext cx="494690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daemon-reload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personav3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personav3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0143A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85623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8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/etc/systemd/system/personav3.service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27648" y="2148840"/>
            <a:ext cx="4901184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[Unit]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Description=Persona V3 Flask Service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After=network.target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User=root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WorkingDirectory=/var/www/Persona_V3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Environment="PATH=.../venv/bin"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Environment="PYTHONUNBUFFERED=1"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ExecStart=.../venv/bin/gunicorn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--workers 2 --threads 4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--bind 127.0.0.1:5000 app:app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Restart=always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RestartSec=5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[Install]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WantedBy=multi-user.target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TERMINAL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API INTEGRATION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Team API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frontend teams (React, Next.js, Vue, Mobile) connect their UI directly to Persona V3 endpoints.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5349240" cy="1737360"/>
        </p:xfrm>
        <a:graphic>
          <a:graphicData uri="http://schemas.openxmlformats.org/drawingml/2006/table">
            <a:tbl>
              <a:tblPr/>
              <a:tblGrid>
                <a:gridCol w="96012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9D58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/api/scraper/init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270"/>
                          </a:solidFill>
                        </a:rPr>
                        <a:t>Initialize the Playwright browser session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9D58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/api/client/scrape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270"/>
                          </a:solidFill>
                        </a:rPr>
                        <a:t>Extract a LinkedIn profile by name or URL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6FE0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/api/events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270"/>
                          </a:solidFill>
                        </a:rPr>
                        <a:t>SSE stream for live status / queue events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4904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EAF1FF"/>
          </a:solidFill>
          <a:ln w="12700">
            <a:solidFill>
              <a:srgbClr val="C7D6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3950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persona_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87368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95020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 &amp; Security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77240" y="4498848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flask_cors is initialized in app.py for cross-origin AJAX requests. Restrict allowed origins to trusted frontend domains before going to production.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303520" cy="4133088"/>
          </a:xfrm>
          <a:prstGeom prst="roundRect">
            <a:avLst>
              <a:gd name="adj" fmla="val 1770"/>
            </a:avLst>
          </a:prstGeom>
          <a:solidFill>
            <a:srgbClr val="10143A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27648" y="188366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8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 — Frontend Service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327648" y="2176272"/>
            <a:ext cx="490118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API_BASE =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"https://api.yourdomain.com";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extractProfile(urlOrName) {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`${API_BASE}/api/client/scrape`,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method: 'POST',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headers: {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'Content-Type': 'application/json'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JSON.stringify({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urlOrName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await res.json();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VPS Operational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8AA0C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6" name="Image 0" descr="/home/claude/persona_deck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933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3794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Headless Mode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VPS servers run without an X11 graphical display. Always enforce headless=True when launching the LinkedIn scraper on a VPS.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8AA0C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ersona_deck/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9933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83794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Process Cleanup Fix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28232" y="256032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app.py's kill routine uses Windows wmic/taskkill. On a Linux VPS, use cross-platform psutil or pkill -f chromium instead.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8AA0C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ersona_deck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2336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07822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Recommendation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4672" y="480060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of 2GB RAM plus 2GB swap space is required on the VPS to support headless Chromium memory allocation smoothly.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8AA0C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ersona_deck/icons/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2336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9752" y="407822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Repository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28232" y="480060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documentation, Dockerfile, and updates are maintained at github.com/BawanthaBeliwaththa/Persona_V3.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V3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840480" y="65471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0624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377440"/>
            <a:ext cx="5029200" cy="5029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4173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ersona_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4231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V3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1546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911596" y="40690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ersona_deck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41422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5720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github.com/BawanthaBeliwaththa/Persona_V3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225796" y="5166360"/>
            <a:ext cx="1737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3492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G.L.B.M. Beliwaththa (Group Leader)  •  Yuvindu Lakshin  •  Hansika Kavindi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Navod Ranasingha  •  Yadavi Shreedhar  •  Lingaraj Uthyakumar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2026-08-09T17:00:30Z</dcterms:created>
  <dcterms:modified xsi:type="dcterms:W3CDTF">2026-08-09T17:00:30Z</dcterms:modified>
</cp:coreProperties>
</file>